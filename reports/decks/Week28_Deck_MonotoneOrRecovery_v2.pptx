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1F2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1F2E"/>
                </a:solidFill>
                <a:latin typeface="Arial"/>
              </a:rPr>
              <a:t>Schematic, not data: share of sites vs time after the peak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Ever failed (what the surrogate predicts today)</c:v>
                </c:pt>
              </c:strCache>
            </c:strRef>
          </c:tx>
          <c:spPr>
            <a:solidFill>
              <a:srgbClr val="B5443C"/>
            </a:solidFill>
            <a:ln w="28575" cap="flat">
              <a:solidFill>
                <a:srgbClr val="B544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5443C"/>
              </a:solidFill>
              <a:ln w="9525" cap="flat">
                <a:solidFill>
                  <a:srgbClr val="B544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6 h</c:v>
                  </c:pt>
                  <c:pt idx="2">
                    <c:v>24 h</c:v>
                  </c:pt>
                  <c:pt idx="3">
                    <c:v>48 h</c:v>
                  </c:pt>
                  <c:pt idx="4">
                    <c:v>96 h</c:v>
                  </c:pt>
                  <c:pt idx="5">
                    <c:v>1 wk</c:v>
                  </c:pt>
                  <c:pt idx="6">
                    <c:v>2 wk</c:v>
                  </c:pt>
                  <c:pt idx="7">
                    <c:v>4 wk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20</c:v>
                </c:pt>
                <c:pt idx="2">
                  <c:v>45</c:v>
                </c:pt>
                <c:pt idx="3">
                  <c:v>60</c:v>
                </c:pt>
                <c:pt idx="4">
                  <c:v>70</c:v>
                </c:pt>
                <c:pt idx="5">
                  <c:v>72</c:v>
                </c:pt>
                <c:pt idx="6">
                  <c:v>72</c:v>
                </c:pt>
                <c:pt idx="7">
                  <c:v>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Restored (not modelled yet)</c:v>
                </c:pt>
              </c:strCache>
            </c:strRef>
          </c:tx>
          <c:spPr>
            <a:solidFill>
              <a:srgbClr val="4A3D7A"/>
            </a:solidFill>
            <a:ln w="28575" cap="flat">
              <a:solidFill>
                <a:srgbClr val="4A3D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A3D7A"/>
              </a:solidFill>
              <a:ln w="9525" cap="flat">
                <a:solidFill>
                  <a:srgbClr val="4A3D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6 h</c:v>
                  </c:pt>
                  <c:pt idx="2">
                    <c:v>24 h</c:v>
                  </c:pt>
                  <c:pt idx="3">
                    <c:v>48 h</c:v>
                  </c:pt>
                  <c:pt idx="4">
                    <c:v>96 h</c:v>
                  </c:pt>
                  <c:pt idx="5">
                    <c:v>1 wk</c:v>
                  </c:pt>
                  <c:pt idx="6">
                    <c:v>2 wk</c:v>
                  </c:pt>
                  <c:pt idx="7">
                    <c:v>4 wk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6</c:v>
                </c:pt>
                <c:pt idx="4">
                  <c:v>14</c:v>
                </c:pt>
                <c:pt idx="5">
                  <c:v>40</c:v>
                </c:pt>
                <c:pt idx="6">
                  <c:v>60</c:v>
                </c:pt>
                <c:pt idx="7">
                  <c:v>70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 of service now = the gap</c:v>
                </c:pt>
              </c:strCache>
            </c:strRef>
          </c:tx>
          <c:spPr>
            <a:solidFill>
              <a:srgbClr val="888888"/>
            </a:solidFill>
            <a:ln w="28575" cap="flat">
              <a:solidFill>
                <a:srgbClr val="8888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88888"/>
              </a:solidFill>
              <a:ln w="9525" cap="flat">
                <a:solidFill>
                  <a:srgbClr val="8888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6 h</c:v>
                  </c:pt>
                  <c:pt idx="2">
                    <c:v>24 h</c:v>
                  </c:pt>
                  <c:pt idx="3">
                    <c:v>48 h</c:v>
                  </c:pt>
                  <c:pt idx="4">
                    <c:v>96 h</c:v>
                  </c:pt>
                  <c:pt idx="5">
                    <c:v>1 wk</c:v>
                  </c:pt>
                  <c:pt idx="6">
                    <c:v>2 wk</c:v>
                  </c:pt>
                  <c:pt idx="7">
                    <c:v>4 wk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</c:v>
                </c:pt>
                <c:pt idx="1">
                  <c:v>20</c:v>
                </c:pt>
                <c:pt idx="2">
                  <c:v>43</c:v>
                </c:pt>
                <c:pt idx="3">
                  <c:v>54</c:v>
                </c:pt>
                <c:pt idx="4">
                  <c:v>56</c:v>
                </c:pt>
                <c:pt idx="5">
                  <c:v>32</c:v>
                </c:pt>
                <c:pt idx="6">
                  <c:v>12</c:v>
                </c:pt>
                <c:pt idx="7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majorGridlines>
          <c:spPr>
            <a:ln w="6350" cap="flat">
              <a:solidFill>
                <a:srgbClr val="E4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1F2E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asked: add recovery, or enforce the rising order? The simulator never brings a site back, so the labels contain no recovery and the surrogate cannot learn it. Recovery would be a second rising curve, sites restored. What is out of service is the gap between the two, as after Sandy: up within hours, down over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week I told you 4 to 8 percent of pairs fall. This week I measured how far: typically a hundred-thousandth to a ten-thousandth in probability. So enforcing the order, inside the model or after it, does not change the fit. I keep the hazard head for what it enables next, not for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week, first a seed check, because the hazard head's held-out gain cannot come from the constraint itself. Then I change one thing, the training loss: the hazard head gives the chance of failing in each window given survival so far, which a survival likelihood scores directly. Predictions are written before each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if asked. Same four numbers, five readings. Sorting and isotonic regression cannot make the loss worse when labels never recover; the argument is two lines each and I checked it on a million cases. A running maximum has no such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failed-by curve only rises because the simulator has no recovery. Recovery would be a second rising curve, not a falling one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58521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537960" y="1371600"/>
            <a:ext cx="5193792" cy="3383280"/>
          </a:xfrm>
          <a:prstGeom prst="roundRect">
            <a:avLst>
              <a:gd name="adj" fmla="val 1622"/>
            </a:avLst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20840" y="1481328"/>
            <a:ext cx="4828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code says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720840" y="1847088"/>
            <a:ext cx="4828032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never brings a site back.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site keeps its one fail time (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cascade_joint.py:232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the code comment reads "dead stays dead" (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intra_telecom.py:67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every label row is 0…01…1.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recovery event in the training data (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data.py:153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and a surrogate cannot learn what its labels do not contain.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restoration layer exists but is outside the cascade loop.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downtime.py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gives days-to-restore per site for the economic handoff; its times are placeholders awaiting verification (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restoration_curves.yaml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4892040"/>
            <a:ext cx="11274552" cy="658368"/>
          </a:xfrm>
          <a:prstGeom prst="rect">
            <a:avLst/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892040"/>
            <a:ext cx="10927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Proposed:  </a:t>
            </a:r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recovery out of the surrogate for now and enforce the rising order. Add recovery to the simulator first, with verified restoration times; then the surrogate gets a second head for "restored by t".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55961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states: Putter, Fiocco &amp; Geskus 2007, Stat. Med. 26:2389. Loss then restoration: Bruneau et al. 2003, Earthquake Spectra 19:733.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57200" y="5943600"/>
            <a:ext cx="11274552" cy="621792"/>
          </a:xfrm>
          <a:prstGeom prst="rect">
            <a:avLst/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5943600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100" i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asked: add recovery, or enforce the rising order? The simulator never brings a site back, so the labels contain no recovery and the surrogate cannot learn it. Recovery would be a second rising curve, sites restored. What is out of service is the gap between the two, as after Sandy: up within hours, down over days.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rising order is enforced makes no measurable difference to fit: the falls were many but tiny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2313432"/>
                <a:gridCol w="1737360"/>
                <a:gridCol w="1371600"/>
                <a:gridCol w="1188720"/>
                <a:gridCol w="1280160"/>
                <a:gridCol w="1280160"/>
                <a:gridCol w="1097280"/>
                <a:gridCol w="10058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 (labels, inputs)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head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running max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sort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isotonic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hazard head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pairs that fall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 fall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static, mask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0.10824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0.10825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0.10824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0.10823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0.10796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6.8 %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0.00003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static, mask + timing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0.09808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0.09808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0.09808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0.09807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0.09796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7.8 %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0.00001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dynamic, mask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0.18774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0.18773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0.18774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0.18774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0.18798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4.0 %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0.00002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dynamic, mask + timing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0.16529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0.16526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0.16528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0.16528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0.16508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6.3 %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0.00013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246120"/>
            <a:ext cx="5486400" cy="2240280"/>
          </a:xfrm>
          <a:prstGeom prst="roundRect">
            <a:avLst>
              <a:gd name="adj" fmla="val 2449"/>
            </a:avLst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3558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audit measured (8 saved checkpoints, no training)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21608"/>
            <a:ext cx="51206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Output-side fixes move val loss by at most 0.00002.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and isotonic never worsen it, as proved; running max sometimes does.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falls are common but tiny.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4–8 % of pairs fall; the median fall is 0.00001–0.0001 in probability. Per run, 36–51 of 6,231 sites fall by more than 0.01 and 2–6 by more than 0.05; the largest single fall is 0.16–0.33.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 head differs by more than any fix does: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±0.0003 on validation; −0.0145 to +0.0092 on held-out storms, where a fix moves at most 0.0006. That is a different trained model, not the constraint.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45352" y="3246120"/>
            <a:ext cx="5486400" cy="2240280"/>
          </a:xfrm>
          <a:prstGeom prst="roundRect">
            <a:avLst>
              <a:gd name="adj" fmla="val 2449"/>
            </a:avLst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28232" y="335584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changes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28232" y="3721608"/>
            <a:ext cx="51206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I gave the count; this is the size.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falls are a consistency defect, not an accuracy one.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cannot choose between the two sides.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keep the hazard head because its outputs are per-window hazards: what the survival likelihood trains on next, and what a recovery head would reuse. The rare large falls also disappear with no extra step.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or isotonic regression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free patch for checkpoints already trained.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55961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loss: BCE averaged over six site types, 3,400 runs, seed 42; 18,693 (site, horizon-pair) entries per run. Torch job 18896971; each head's number reproduces its saved val loss. A fall is a drop above 1e-6.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5943600"/>
            <a:ext cx="11274552" cy="621792"/>
          </a:xfrm>
          <a:prstGeom prst="rect">
            <a:avLst/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5943600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100" i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 I told you 4 to 8 percent of pairs fall. This week I measured how far: typically a hundred-thousandth to a ten-thousandth in probability. So enforcing the order, inside the model or after it, does not change the fit. I keep the hazard head for what it enables next, not for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train the hazard head on the survival likelihood, the first step that can change timing accuracy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0" cy="3337560"/>
          </a:xfrm>
          <a:prstGeom prst="roundRect">
            <a:avLst>
              <a:gd name="adj" fmla="val 1644"/>
            </a:avLst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step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47088"/>
            <a:ext cx="512064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is fixed, accuracy is not.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Arrival-timed labels still cost +73 % val loss with mask-only inputs (0.1082 → 0.1877), and timing inputs close about a quarter of that gap (0.1653).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 head already outputs what a survival likelihood scores: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chance of failing in each window, given survival so far. One loss term per site at its actual failure window, instead of four separate yes/no questions.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variable changes.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four windows, same labels, same inputs, same seed. Val BCE stays reported so the numbers remain comparable.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45352" y="1371600"/>
            <a:ext cx="5486400" cy="3337560"/>
          </a:xfrm>
          <a:prstGeom prst="roundRect">
            <a:avLst>
              <a:gd name="adj" fmla="val 1644"/>
            </a:avLst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48132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of work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1847088"/>
            <a:ext cx="5120640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Seed check.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 head looked better on 4 of 5 held-out storms for dynamic + timing (up to −0.0145). The constraint itself is worth at most 0.0006 there, and other cells differ by up to +0.0092 the other way. Rerun both heads at seeds 43 and 44 with the torch seed set explicitly;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1F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--seed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now fixes only the split and shuffle.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Survival loss.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off by default, fingerprint against hand-computed cases, written predictions, then the four-cell run on Torch.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Finer windows (3 h).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new Torch label campaign on the 3-h grid; the existing labels are stamped on the 6-h grid.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Later: </a:t>
            </a:r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as a second head, once the simulator produces restore times.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892040"/>
            <a:ext cx="11274552" cy="658368"/>
          </a:xfrm>
          <a:prstGeom prst="rect">
            <a:avLst/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892040"/>
            <a:ext cx="10927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open from 24 Sept:  </a:t>
            </a:r>
            <a:pPr indent="0" marL="0">
              <a:buNone/>
            </a:pPr>
            <a:r>
              <a:rPr lang="en-US" sz="12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surge-clock anchor (peak or onset) · run the 3-h Torch campaign or state Week 23 magnitudes as grid-conditional · report tipping share with its grid.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55961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networks: Gensheimer &amp; Narasimhan 2019, PeerJ 7:e6257; Kvamme &amp; Borgan 2021, Lifetime Data Anal. 27:710. Inconsistent binary outputs: Cao et al. 2020.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5943600"/>
            <a:ext cx="11274552" cy="621792"/>
          </a:xfrm>
          <a:prstGeom prst="rect">
            <a:avLst/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5943600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100" i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week, first a seed check, because the hazard head's held-out gain cannot come from the constraint itself. Then I change one thing, the training loss: the hazard head gives the chance of failing in each window given survival so far, which a survival likelihood scores directly. Predictions are written before each run.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when failure is permanent, sorting or isotonic regression cannot raise the loss. A running maximum can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097280"/>
                <a:gridCol w="1097280"/>
                <a:gridCol w="1097280"/>
                <a:gridCol w="359359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 of outputs (−2, 0, 1, −1)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 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D7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trained (independent head)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0.119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0.731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0.269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falls at 96 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running max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0.119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0.731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0.731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raises values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sort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0.119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0.269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0.731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four values, reordered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isotonic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0.119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closest rising curve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hazard head (same four numbers)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0.119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0.560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0.882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1F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0.913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F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chained hazards, cannot fall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52044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3630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sort cannot hurt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95928"/>
            <a:ext cx="51206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never recover, so each row is 0…01…1. On a 0 the loss rises with the predicted probability; on a 1 it falls.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Sorting is a chain of swaps of out-of-order neighbours. If the two labels are equal, nothing changes. If they are (0, 1), the smaller value moves to the 0 and the larger to the 1: both terms improve.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45352" y="352044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28232" y="3630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isotonic cannot hurt, and running max can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28232" y="3995928"/>
            <a:ext cx="51206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Isotonic regression replaces each falling stretch by its mean. Inside such a stretch the early values average above the mean and the late values below it, so pulling them to the mean helps the 0s and the 1s (Jensen's inequality).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F1F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running maximum only raises values, which costs on every 0 it touches: worse in 36 % of 1,000,000 random cases.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55961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 for BCE and Brier (scripts/week28_mono_enforce_fingerprint_v1.py). Sorting: Chernozhukov et al. 2010, Econometrica 78:1093. Isotonic: Barlow et al. 1972.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5943600"/>
            <a:ext cx="11274552" cy="621792"/>
          </a:xfrm>
          <a:prstGeom prst="rect">
            <a:avLst/>
          </a:prstGeom>
          <a:solidFill>
            <a:srgbClr val="EFEBF9"/>
          </a:solidFill>
          <a:ln w="9525">
            <a:solidFill>
              <a:srgbClr val="D9D0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5943600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 </a:t>
            </a:r>
            <a:pPr indent="0" marL="0">
              <a:buNone/>
            </a:pPr>
            <a:r>
              <a:rPr lang="en-US" sz="1100" i="1" dirty="0">
                <a:solidFill>
                  <a:srgbClr val="4A3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asked. Same four numbers, five readings. Sorting and isotonic regression cannot make the loss worse when labels never recover; the argument is two lines each and I checked it on a million cases. A running maximum has no such guarantee.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28: monotone failure curve or recovery</dc:title>
  <dc:subject>PptxGenJS Presentation</dc:subject>
  <dc:creator>PptxGenJS</dc:creator>
  <cp:lastModifiedBy>PptxGenJS</cp:lastModifiedBy>
  <cp:revision>1</cp:revision>
  <dcterms:created xsi:type="dcterms:W3CDTF">2026-09-30T22:02:38Z</dcterms:created>
  <dcterms:modified xsi:type="dcterms:W3CDTF">2026-09-30T22:02:38Z</dcterms:modified>
</cp:coreProperties>
</file>