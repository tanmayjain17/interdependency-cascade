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11827"/>
                </a:solidFill>
                <a:latin typeface="Arial"/>
              </a:rPr>
              <a:t>by infrastructure type — peak-anchored surge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 failures per run (arrival − static), surge anchored at the peak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telecom</c:v>
                  </c:pt>
                  <c:pt idx="1">
                    <c:v>fuel</c:v>
                  </c:pt>
                  <c:pt idx="2">
                    <c:v>subway</c:v>
                  </c:pt>
                  <c:pt idx="3">
                    <c:v>water</c:v>
                  </c:pt>
                  <c:pt idx="4">
                    <c:v>power</c:v>
                  </c:pt>
                  <c:pt idx="5">
                    <c:v>hospital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714</c:v>
                </c:pt>
                <c:pt idx="1">
                  <c:v>405</c:v>
                </c:pt>
                <c:pt idx="2">
                  <c:v>84</c:v>
                </c:pt>
                <c:pt idx="3">
                  <c:v>40</c:v>
                </c:pt>
                <c:pt idx="4">
                  <c:v>24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Week 22 = footprint decides IF, physics decides variance. Week 23 asks whether seed timing changes anything. Three numbers on the slide: the validation (23/23 gates), the scale (46k paired runs), the headline (+21–58% persistent above 3.2 m). Everything is paired: same seeds, same buffers, only the hour a node gets wet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Tuesday's plan: close old branch, twin GNN eval, GISSR review, Option A timing features. What happened: all four, plus the 23-scenario campaign and the GNN timing inputs, because the timing model is a one-line change once you have the hydrographs, and the reduction gate made every step safe to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16438671 on l40s_public, 6 epochs, 1h10 / 1h11 per arm — under the ~2 h utilization policer. Loss ratio ordering matches the Week 22 σ ordering (914_6 ~1.0 → 258_9 2.21 → gc_2050 4.69 → 808_27 5.76 / 605_5 5.10). At t6 both arms 0.955–0.97 everywhere. Do not compare to the old 0.73 as an improvement: same metric family, different training-set size; that comparison is the learning-curve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Method: read all 20 notebook cells, re-implemented the core, reproduced the notebook's Sandy heights (max diff 0.0) and the delivered raster bit-for-bit; ablated each fix. Message sent to Gwen with the facts. Synthetic branch of the saved notebook cannot run (48-point time axis vs 20-point storms) — reproduction of two delivered maps waits on her reply. Storm id convention pinned: label = surge peak (999_12 = water level; 463_29 = warm row 1; 156_15 label truncated).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20 maps resolved to catalogue storms by their peak labels; 19 by the label directly, 156_15 by row. Water level = surge + tide, no SLR (verified: no trend by decade). Nestedness confirmed on the delivered rasters (12 smallest perfectly nested; 7 largest leak a few hundred to 5k cells = the overflow bug). SLR numbers from the group's papers: 0.406 m 2050s, 0.724 m 2080s, 0.9145 m 2100.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definition tested on real catalogue hydrographs; wet counts match the campaign (108–703) exactly under the same &gt;0.01 m definition. Proven on toy graphs with a clock-dependent closure (18/18 translations exact), then on the real system at N=20/100/1,000 locally and 23/23 at N=1,000 on Torch. Sampler is prefix-consistent, so the first N draws of an N-run job equal the campaign's — that is what makes everything paired. Buffers on inter-layer edges start from each source's exact failure hour; the telecom demand-surge clock is handed the peak-relative time (frozen assumption) and a decayed clock before the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table: 23 scenarios, 6,941 wet node-scenario rows. Onset-to-peak 3–59 h; the Lopeman catalogue draws duration with peak height, so big surges rise slowly. GeoClaw trio uses the NOAA hourly verified record (MSL), peak 3.48 m at hour 25; its 'wet at hour 0' nodes are a window edge. These predictions were written down before the ablation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 1,200 as in Week 22; findings were threshold-stable at 1,000/1,200/1,500 last week and the compare script reports all three. Both curves are from the same 1,000 seeds per 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the 23-row campaign table. Below 3.1 m: t96 excess 1.8–15% (463_29 is the 15-h storm), t360 0.4–11%. Above: 514_13 +22/+21, 258_9 +39/+36, 999_12 +46/+45, gc_2080 +47/+46, gc_2050 +58/+59, 914_26 +50/+51, 808_27 +53/+53, 605_5 +47/+48. gc_2026 converges (+12 → +6). gc_2050 persists at 368 wet nodes while 880_9 converges at 393 → spatial pattern matters, not only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 at N=100: arrival lies between static_peak and static_onset in every storm (605_5: 2,554 &lt; 3,735 &lt; 3,784 at t96). Horizon: the frozen 96-h snapshot truncates an unfinished cascade even in the static world (+14–16% from t96 to t360 in the big storms) — Week 22 totals are 96-h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Peak-clock decomposition (N=100, t360): causes inter +557, intra_telecom +392, intra_fuel +453, intra_subway +44; flood −181 (seeds reached by the cascade before their hour, relabelled). Onset-clock N=1,000: 880_9 +18 ± 205 (753/1000 smaller), 605_5 +118 ± 529 (838/1000 smaller). The elapsed-time effect at t0–t48 is clock-independent (605_5: +1,368 at the peak, +748 at t6 under onset); only the persistence depends on the clock. Sandy's call-volume record (spike at and after landfall) argues for peak-anchored.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GNN patch: data.py loads the timing table once, tags runs with their scenario, concatenates 3 features after the mask; train.py input width +N_TIMING_FEATURES; env-gated. Smoke on real data: width 12; 605_5 telecom rows with timing 478 vs 433 mask ones. Dynamic campaign outputs on Torch $SCRATCH/results/dynamic_v1 and on the Mac. Handoff: reports/PROJECT_HANDOFF_Week23_end.md.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when the water arrives change the cascade?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flood forcing in World 1  ·  twin CascadeGNN held-out result  ·  GISSR review and audit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356616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356616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616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exact-reduction gates passed — every dynamic number is a controlled difference from the frozen campaign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× 1,000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43616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Monte Carlo runs: 23 storms × {static at peak, arrival-ordered}, same seeds and buffers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 – 58 %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3616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failures, persisting to 15 days, in the saturated storms above 3.2 m at The Battery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Jain  ·  CERA Lab, NYU Tandon  ·  August 28, 2026  ·  branch feat/dynamic-flood-maps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we showed footprint decides whether the city crashes and grid physics decides the spread. This week: does the clock matter — when each node gets wet, not just whether.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at a glance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tracks, all landed; everything on GitHub and reproducible from the handoff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CascadeGNN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6-epoch retrain inside the GPU policer window; held-out evaluation on 5 scenarios per arm. Closes Week 22's open item.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0128" y="15087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GISSR review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 maps audited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9260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Gwen's model read and run end to end; reproduced to machine precision; every delivered map matched to its catalogue storm.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5087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in World 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 s / storm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9260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Arrival-ordered flood seeding through the existing scheduled-failure hook; reduces exactly to the frozen campaign when switched off.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15984" y="15087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8864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23-storm campaign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 min on Torch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9260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CPU tasks, N = 1,000 each, 360-h horizon. Static-vs-dynamic across the whole S-curve, paired run by run.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this week:  the two branches closed and cut (old branch tagged week22-twin-campaign) · Torch clean and on the new branch · memo and handoff in reports/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these were on Tuesday's plan; the campaign and the World 2 wiring turned out to be cheap once the reduction gate was in place, so they came in the same week.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CascadeGNN, held-out: physics labels are harder to learn, exactly where the variance grew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graph, seed, architecture and 5-way scenario holdout — only the label campaign differs (HAZUS vs grid physics)</a:t>
            </a:r>
            <a:endParaRPr lang="en-US" sz="1150" dirty="0"/>
          </a:p>
        </p:txBody>
      </p:sp>
      <p:pic>
        <p:nvPicPr>
          <p:cNvPr id="4" name="Image 0" descr="twin CascadeGNN held-out: loss ratio and cascade-only PR-AUC g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086600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173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5361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9202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ratio jesse/legacy 1.05 → 1.68 rises with Week 22's σ-amplification: the physics labels carry more irreducible entropy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Cascade-only PR-AUC within 1 pp at t6 everywhere; −3 to −6 pp at t24–96 only in 605_5 and 808_27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given the direct-failure mask, predict every other node's failure by t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680960" cy="13716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914400"/>
                <a:gridCol w="283464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held-out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legacy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jesse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cascade PR-AUC t96: legacy / jesse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geoclaw_2050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0.981 / 0.969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914_6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0.856 / 0.845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258_9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0.978 / 0.971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605_5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0.988 / 0.947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808_27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0.984 / 0.957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366760" y="4434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 rule: these 0.95–0.98 values are the same metric as the earlier 0.73 on far fewer training scenarios — the learning-curve hypothesis, not yet a result. Best val: legacy 0.1082, jesse 0.1197, both at epoch 5 (job 16438671).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prediction from last week was that BCE cannot go below the label noise floor; on held-out storms the floor rises with the variance amplification, and skill separates late and only in the saturated storms.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GISSR reviewed and run: a bathtub at the peak level in every division, once two data bugs are fixed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Gwen's generalized model (206 coastal divisions, 3,199 coastline segments) — read, reproduced to machine precision, and audited on the 20 delivered maps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949440" cy="4114800"/>
          </a:xfrm>
          <a:prstGeom prst="roundRect">
            <a:avLst>
              <a:gd name="adj" fmla="val 266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divisions dry in every map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coastline segments have empty elevations; the group sums turn NaN → zero height in 33, 36, 38–42, 44, 48 (Washington Heights / Inwood). ≈1 % of the Sandy footprint — no campaign rerun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70632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Divisions receiving the most water come out dry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7 m storage table the last curve fit goes negative and is clipped to 0. Visible in the delivered set as non-nesting in the 7 largest maps (132–5,259 cells).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7647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58184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physics isn't binding at NYC scale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thresholds are segment minima (median 0.34 m) and Manning inflow is 20–270× the storage: with 1 and 2 fixed, all 206 divisions sit at the cap. Sandy extent 120 km² vs ≈130 observed.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6402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745736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and datum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tables built with cell area in ft² (10.8× off, harmless given 3); NOAA file MSL vs DEM NAVD88 (−0.063 m); no SLR in catalogue water levels; depths up to 17.7 m on sub-zero DEM cells.</a:t>
            </a:r>
            <a:endParaRPr lang="en-US" sz="1100" dirty="0"/>
          </a:p>
        </p:txBody>
      </p:sp>
      <p:pic>
        <p:nvPicPr>
          <p:cNvPr id="17" name="Image 0" descr="map of the 206 GISSR divisions with the nine dry divisions highligh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0"/>
            <a:ext cx="4114800" cy="4114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changes the qualitative picture and the fixes belong in Gwen's repo; what it does tell us is what a GISSR map is — a bathtub at the peak Battery level — and that decides how we can use them.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 maps decoded: nested bathtubs on one axis, so the S-curve is a water level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map's true peak = surge + tide from Gwen's catalogue; wet-node count is monotone in it (Spearman 0.9989 vs 0.979 on the surge label)</a:t>
            </a:r>
            <a:endParaRPr lang="en-US" sz="1150" dirty="0"/>
          </a:p>
        </p:txBody>
      </p:sp>
      <p:pic>
        <p:nvPicPr>
          <p:cNvPr id="4" name="Image 0" descr="wet nodes versus peak water level for the 20 synthetic 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583680" cy="3822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417320"/>
            <a:ext cx="4480560" cy="3822192"/>
          </a:xfrm>
          <a:prstGeom prst="roundRect">
            <a:avLst>
              <a:gd name="adj" fmla="val 287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536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gives us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92024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22 gap explained: Spearman 0.998 on wet nodes vs 0.926 on the label, because the label omits the tide (808_27 hit at −0.47 m, 605_5 at +0.70 m)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thresholds in metres: 0 % below 2.17 m, 50 % at ≈2.45 m, 100 % above 3.08 m — present-day sea level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2080s middle-estimate SLR (0.72 m), the 50 % crash level needs only a 1.73 m storm tide: a cold-season 90th-percentile storm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4617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to state: more GISSR maps densify one axis; only the GeoClaw maps carry a spatial surge pattern.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synthetic map is the same bathtub cut at a different level, the whole campaign collapses onto one axis — which is what makes the rest of this deck readable as a function of storm size.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timing enters: a node is under water when the coastal level is within its map depth of the peak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because GISSR fills a division within the hour it is overtopped (verified) — the map is the truth at the peak, the hydrograph supplies the shape</a:t>
            </a:r>
            <a:endParaRPr lang="en-US" sz="1150" dirty="0"/>
          </a:p>
        </p:txBody>
      </p:sp>
      <p:pic>
        <p:nvPicPr>
          <p:cNvPr id="4" name="Image 0" descr="node timing definition on the Sandy hydro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400800" cy="35021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17320"/>
            <a:ext cx="4663440" cy="3502152"/>
          </a:xfrm>
          <a:prstGeom prst="roundRect">
            <a:avLst>
              <a:gd name="adj" fmla="val 31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1536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additive changes, one gate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92024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Per-node clock from hydrograph + map depth: arrival, duration, time-to-peak. Only differences of W enter → datum and SLR cancel; flat W reduces exactly to static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seeds keep their fragility draw; they are scheduled at their hour through the Week 19 scheduled-failure hook (cause flood). Engine gains t_origin and an intra-clock origin, defaults unchanged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stay peak-relative → data.py, the compare script and the cascade-only mask read them unchanged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69480" y="4297680"/>
            <a:ext cx="4297680" cy="658368"/>
          </a:xfrm>
          <a:prstGeom prst="roundRect">
            <a:avLst>
              <a:gd name="adj" fmla="val 138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0" y="42976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Exact-reduction gate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static_peak reproduces the frozen campaign record-for-record: 23 / 23 scenarios × 1,000 runs (Torch job 16456615), 0 failures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config/dynamic_forcing.yaml  enabled: false  ·  DYNAMIC_FORCING=1  DYNAMIC_MODE=static_peak | static_onset | arrival | threshold  ·  DYNAMIC_OFFSETS  DYNAMIC_INTRA_CLOCK  DYNAMIC_ARRIVAL_SHIFT_H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important property is the last bullet plus the gate: with timing switched off, the code produces the frozen campaign byte-for-byte, so every dynamic number is a controlled difference, not a new model's opinion.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clocks: big surges rise slowly, so half the city can be under water a day before the peak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Per-storm timing from the catalogue hydrographs (20 synthetic) and the Sandy tide-gauge record (GeoClaw trio)</a:t>
            </a:r>
            <a:endParaRPr lang="en-US" sz="1150" dirty="0"/>
          </a:p>
        </p:txBody>
      </p:sp>
      <p:pic>
        <p:nvPicPr>
          <p:cNvPr id="4" name="Image 0" descr="onset-to-peak hours and pre-peak share per st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400800" cy="351129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645920"/>
          <a:ext cx="4663440" cy="2011680"/>
        </p:xfrm>
        <a:graphic>
          <a:graphicData uri="http://schemas.openxmlformats.org/drawingml/2006/table">
            <a:tbl>
              <a:tblPr/>
              <a:tblGrid>
                <a:gridCol w="1234440"/>
                <a:gridCol w="777240"/>
                <a:gridCol w="914400"/>
                <a:gridCol w="91440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onset → peak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arrival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&gt;24 h pre-peak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914_6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880_9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25.1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geoclaw 2050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808_27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3.75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46.0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32.6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 605_5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4.46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58.9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32.6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3749040"/>
            <a:ext cx="4663440" cy="1188720"/>
          </a:xfrm>
          <a:prstGeom prst="roundRect">
            <a:avLst>
              <a:gd name="adj" fmla="val 923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269480" y="40233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expectation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end-state change for the 13 fast-rising storms; effect confined to the tail; intermediate labels (t6, t24) shifting most in 808_27 and 605_5.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Caveats: Battery hydrograph applied citywide (no propagation delay); catalogue storms begin at the surge threshold, so small storms have many nodes wet at onset; the Sandy record starts with the water already at 1.47 m.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table that told us where to look before any run: in 605_5 the median node is under water 26 hours before the peak — a telecom battery is gone a day before a hospital even sees water.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 — timing never changes whether the city crashes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probability (≥1,200 failures by peak + 96 h), static at peak vs arrival-ordered, 23 storms × 1,000 paired runs</a:t>
            </a:r>
            <a:endParaRPr lang="en-US" sz="1150" dirty="0"/>
          </a:p>
        </p:txBody>
      </p:sp>
      <p:pic>
        <p:nvPicPr>
          <p:cNvPr id="4" name="Image 0" descr="crash probability static versus arrival-orde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035040" cy="3776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417320"/>
            <a:ext cx="4983480" cy="3776472"/>
          </a:xfrm>
          <a:prstGeom prst="roundRect">
            <a:avLst>
              <a:gd name="adj" fmla="val 29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6002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of 23 identical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2585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by storm, to three decimals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3063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880_9 (3.09 m): 0.982 → 0.995 — the only change, on the crash edge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356616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 decides IF.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22's finding survives the timing test completely: the crash S-curve in metres is the same curve under both clocks, 50 % at ≈2.45 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result, and the one that protects everything we said in Week 22: when the water arrives has no say in whether the city tips over.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— below 3.1 m timing changes when; above 3.2 m it changes where the city ends up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failures, arrival-ordered minus static, as a share of the static total — at peak + 96 h and at peak + 360 h</a:t>
            </a:r>
            <a:endParaRPr lang="en-US" sz="1150" dirty="0"/>
          </a:p>
        </p:txBody>
      </p:sp>
      <p:pic>
        <p:nvPicPr>
          <p:cNvPr id="4" name="Image 0" descr="extra failures versus peak water level with Week 22 sigma rat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9834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371600"/>
            <a:ext cx="5897880" cy="2057400"/>
          </a:xfrm>
          <a:prstGeom prst="roundRect">
            <a:avLst>
              <a:gd name="adj" fmla="val 5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4630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3.1 m  ·  same destination, reached sooner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8288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+2 % to +15 % at peak + 96 h, decaying to +1 % to +5 % by 15 days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node fails 0–6 h earlier (24 h in 880_9); crash probability unchanged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5897880" cy="2121408"/>
          </a:xfrm>
          <a:prstGeom prst="roundRect">
            <a:avLst>
              <a:gd name="adj" fmla="val 517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3703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3.2 m  ·  a different end state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06908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+21 % to +58 % at peak + 96 h and unchanged at 15 days; every one of 1,000 runs worse; median node 14–40 h earlier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 (880_9 → 514_13) is where Week 22's σ-amplification switched on (×1.88 → ×5.76); the GeoClaw trio straddles it, so it is not a synthetic-map artifact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regime, two different mechanisms reading the same threshold: where the grid physics reopened the variance is exactly where the timing changes the destination.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 — what the static model is missing: the cascade is already running when its clock starts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down per run at the moment of the peak, dynamic vs the static seed set; 605_5 deep dive at N = 1,000</a:t>
            </a:r>
            <a:endParaRPr lang="en-US" sz="1150" dirty="0"/>
          </a:p>
        </p:txBody>
      </p:sp>
      <p:pic>
        <p:nvPicPr>
          <p:cNvPr id="4" name="Image 0" descr="failures before the peak versus static see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943600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417320"/>
            <a:ext cx="5120640" cy="3712464"/>
          </a:xfrm>
          <a:prstGeom prst="roundRect">
            <a:avLst>
              <a:gd name="adj" fmla="val 29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536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605_5 — 4.46 m, 59 h to peak, N = 1,000 paired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2,231 vs 612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down at the peak, arrival-ordered vs static seeds (3.6×)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898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1,804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8986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node-failures per run before the peak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36484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 h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64845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node fails earlier; 98 % of nodes earlier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43982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/ 1,000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39826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end worse; +1,306 at t360, KS 0.99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syn 914_6 (2.17 m, 9 h to peak) — +7 nodes at t360 (2 %), median 2 h earlier, crash probability 0.001 → 0.001.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two-and-a-half-day storm the static convention throws away two days of buffer burn: by the time it starts, nearly four times its seed count is already down.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end state differs — and the one assumption it rests 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605_5 decomposition at t360 (N = 100) and the horizon curves under the two demand-surge clocks (N = 1,000)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storm, surge anchored at onset: telecom +24, fuel +12, subway +7 — the persistent gap is the surge landing on a network that has already lost 4× the sites. Subway's +84 is the classic Motter-Lai order dependence; fuel and inter inherit from both.</a:t>
            </a:r>
            <a:endParaRPr lang="en-US" sz="1050" dirty="0"/>
          </a:p>
        </p:txBody>
      </p:sp>
      <p:pic>
        <p:nvPicPr>
          <p:cNvPr id="6" name="Image 0" descr="dynamic minus static by horizon under two surge clo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00200"/>
            <a:ext cx="612648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23560" y="502920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06440" y="52120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for Dr. Miura:  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the telecom demand surge at the peak (Sandy-consistent → +21–58 % persistent) or at onset (mean-neutral, but 75–84 % of runs end smaller and 16–25 % much larger — σ 2–5× static, bimodal)?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answer is a finding — timing does to the tail what the grid physics did — but which one leads in December depends on when the call-volume spike happens, and that is a physical question, not a modeling one.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2 and next week: the surrogate can now see when the water arrives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inputs wired (input width 9 → 12, default build byte-identical); dynamic labels exist for all 23 scenarios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 ×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labels · mask only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 already trained (Week 22)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20116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labels · mask + timing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560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timing help even without dynamic labels?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labels · mask only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wrong is a static-trained surrogate mid-event?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34290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labels · mask + timing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 that matters for December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937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Labels: legacy_v1_n1000 (static) vs dynamic_v1/arrival_h360. Inputs: initial-failure mask ± {arrival, duration, time-to-peak}/96 h. 6-epoch runs inside the policer window.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536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9202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Miura — demand-surge anchor (peak vs onset); approve the 2 × 2; GISSR: fixes in Gwen's repo, SLR by storm year, spatial diversity (GeoClaw ensemble vs gauge-scaled GISSR)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Lin — next reviewer checks (±3–6 h arrival perturbation is running; Sandy hindcast timeline; fgmax arrival times); N_MC for surrogate labels (200–300 vs 1,000)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749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114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2 2 × 2 on GPU · Jesse arm under dynamic forcing (re-derive his t = 6 floor as peak + 6)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remainder: depth-duration fragility, recovery gated on recession · intra-infrastructure verification pass, starting with the fragility regime flag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935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intermediate labels the surrogate trains on move by hundreds of nodes in the big storms under either clock — a surrogate that only sees the peak map is wrong about the middle of the event even when it is right about the end.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CERA Lab, NYU Tandon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23 — dynamic flood forcing</dc:title>
  <dc:subject>PptxGenJS Presentation</dc:subject>
  <dc:creator>Tanmay Jain</dc:creator>
  <cp:lastModifiedBy>Tanmay Jain</cp:lastModifiedBy>
  <cp:revision>1</cp:revision>
  <dcterms:created xsi:type="dcterms:W3CDTF">2026-08-27T10:03:39Z</dcterms:created>
  <dcterms:modified xsi:type="dcterms:W3CDTF">2026-08-27T10:03:39Z</dcterms:modified>
</cp:coreProperties>
</file>